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5EEA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 Broadcast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Streaming 1-to-Many dengan RTMP, WebSocket FLV, dan HLS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Presentasi Proyek  |  Arsip &amp;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Apa itu Stream Broadcast?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streaming langsung 1-to-many yang dibangun dengan TypeScript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10312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RTMP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RTMP Ingest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Menerima stream dari OBS melalui protokol RTMP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28800"/>
            <a:ext cx="54864" cy="3200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0" y="210312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WebSocket Relay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Mengirim stream ke viewer via HTTP-FLV dan WebSocket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828800"/>
            <a:ext cx="54864" cy="3200400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18" name="Shape 16"/>
          <p:cNvSpPr/>
          <p:nvPr/>
        </p:nvSpPr>
        <p:spPr>
          <a:xfrm>
            <a:off x="9464040" y="2103120"/>
            <a:ext cx="914400" cy="914400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Dashboard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admin untuk mengelola user, stream key, dan viewer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Arsitektur Sistem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data dari streamer ke viewer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286000" cy="16459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(Streamer)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4640" y="27432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:1935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2011680"/>
            <a:ext cx="320040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2011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node-media-server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2377440"/>
            <a:ext cx="9144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HTTP-FLV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:10080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3108960"/>
            <a:ext cx="914400" cy="54864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B2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3B2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2743200"/>
            <a:ext cx="9144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645920"/>
            <a:ext cx="2560320" cy="13716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1645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flv.js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291840"/>
            <a:ext cx="2560320" cy="13716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0" y="3291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+ HLS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0" y="4114800"/>
            <a:ext cx="3200400" cy="109728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3657600"/>
            <a:ext cx="54864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Cara Kerja: RTMP Ingest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menerima stream dari OBS dan memvalidasi stream key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mengirim stream RTMP ke port 1935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node-media-server memproses incoming stream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key divalidasi terhadap database SQLite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valid, stream ditandai sebagai LIVE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438912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 cache diaktifkan untuk fast playback startup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93776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'stream_start' dibroadcast ke semua viewer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Konfigurasi RTMP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56032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Port: </a:t>
            </a:r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1935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RTMP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 Cache: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Enabled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Size: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60000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Ping Interval: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B2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Key → 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Cara Kerja: Stream Relay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mengubah RTMP menjadi HTTP-FLV dan HLS untuk viewer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4114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HTTP-FLV (Web)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26517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10080 mengirim FLV stream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154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diaktifkan untuk akses cross-origin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36576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flv.js di browser menggunakan MSE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41605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rendah (~1-3 detik)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46634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/live/&lt;streamKey&gt;.flv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828800"/>
            <a:ext cx="54864" cy="4114800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B23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HLS (Mobile)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66560" y="2651760"/>
            <a:ext cx="109728" cy="109728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Transcoding via ffmpeg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154680"/>
            <a:ext cx="109728" cy="109728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duration: 2 detik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3657600"/>
            <a:ext cx="109728" cy="109728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Playlist: 3 segmen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4160520"/>
            <a:ext cx="109728" cy="109728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Auto-delete segmen lama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4663440"/>
            <a:ext cx="109728" cy="109728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/live/&lt;streamKey&gt;.m3u8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66560" y="5166360"/>
            <a:ext cx="109728" cy="109728"/>
          </a:xfrm>
          <a:prstGeom prst="ellipse">
            <a:avLst/>
          </a:prstGeom>
          <a:solidFill>
            <a:srgbClr val="F3B23E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5074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Lebih tinggi latency (~5-10 detik)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Cara Kerja: WebSocket Communication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Komunikasi real-time antara server, viewer, dan admin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607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 Type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Arah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Deskripsi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stream_start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→ Client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Memberitahu viewer bahwa stream dimulai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stream_end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→ Client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Memberitahu viewer bahwa stream berakhir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viewer_count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→ Client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Update jumlah viewer yang sedang menonton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viewer_list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→ 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Daftar lengkap viewer untuk panel 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set_volume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 → Server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 mengubah volume sendiri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admin_set_volume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→ Server → Viewer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mengubah volume viewer tertentu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admin_set_all_volume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→ Server → 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mengubah volume semua viewer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→ Server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Keepalive heartbeat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Cara Kerja: Autentikasi &amp;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 berbasis cookie dengan role-based access control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4114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Alur Autentikasi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User login dengan username/email + password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Password divalidasi (PBKDF2, 100k iterasi)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Session token dibuat (HMAC-SHA256)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Token disimpan di HttpOnly cookie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Middleware validates token di setiap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Role-based access (admin/viewer)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828800"/>
            <a:ext cx="54864" cy="4114800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B23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 API Endpoints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0" y="2971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/api/auth/me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3337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0" y="3703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/api/streams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4434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/api/stream-keys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0" y="4800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/api/stream-keys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0" y="5166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Fitur: Server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RTMP Ingest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node-media-server dengan stream key 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463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HTTP-FLV Relay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 cache untuk fast startup, CORS enabled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HLS Transcoding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ffmpeg transcode ke .m3u8 dengan auto-delete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74320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WebSocket 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viewer tracking &amp; admin commands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0233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dengan cookie-based auth &amp; RBAC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02336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0233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SQLite Database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 mode untuk users, sessions, stream keys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0352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3035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Password Security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5852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PBKDF2 (100k iterations, SHA-256)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5303520"/>
            <a:ext cx="530352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53035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9400" y="5852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HMAC-SHA256 signed tokens, auto-cleanup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Fitur: Web Client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React dengan player FLV dan admin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FLV Player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Playback via flv.js + Media Source Extensions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64592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WebSocket Integration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viewer count &amp; remote volume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803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 cards, live preview, uptime display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8803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users dengan role assignment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1480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 Key Mgmt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+ random key generation + active toggle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11480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11480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Viewer Monitoring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grid dengan per-viewer volume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4924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34924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Dark Theme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5852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 dengan zinc-950 palette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534924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534924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Indonesian UI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29400" y="5852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dan error message dalam Bahasa Indonesia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Fitur: Mobile Client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React Native untuk viewing di iOS dan Android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10312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HLS Playback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Menggunakan react-native-video untuk streaming HLS (.m3u8)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10312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viewer count dan remote volume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210312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Manual Connect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server IP dan stream key secara manual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0" y="210312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Volume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5-dot slider dengan persentase dan mute toggle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486400"/>
            <a:ext cx="10972800" cy="6400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SDK 52  |  React Native 0.76  |  react-native-video 6.6  |  Bundle ID: com.broadcast.viewer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Teknologi yang digunakan dalam proyek ini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607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749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Keterangan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Language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TypeScript (ES2022)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Type-safe, modern JavaScript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Package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pnpm workspaces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Monorepo management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RTMP Server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node-media-server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RTMP ingest + HTTP-FLV/HLS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Framework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Express.js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API + static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WebSocket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Real-time communication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better-sqlite3 (SQLite)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WAL mode, embedded DB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Client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React 18 + Vite + Tailwind CSS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Modern frontend stack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Client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 SDK 52 + React Native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Cross-platform mobile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 Player (Web)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flv.js + MSE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HTTP-FLV playback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 Player (Mobile)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react-native-video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HLS playback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PBKDF2 + HMAC-SHA256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 hashing + session tokens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Kebutuhan Resource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Streamer + 100 Viewer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~600 Mbps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Outbound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82880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4-8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033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Cores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828800"/>
            <a:ext cx="54864" cy="1463040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B23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4-8 GB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8280" y="18288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10-50 GB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8116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10972800" cy="256032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840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Asumsi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Resolusi Stream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1080p @ 30fps (6 Mbps)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Protokol Inbound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RTMP dari OBS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Protokol Outbound (Web)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HTTP-FLV via flv.js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623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Protokol Outbound (Mobile)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HLS via ffmpeg transcoding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(WAL mode, embedded)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Jumlah Streamer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simultan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Jumlah Viewer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simultan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Rincian Bandwidth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Analisis throughput untuk 1 streamer + 100 viewer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Inbound (RTMP Ingest)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streamer x 6 Mbps = 6 Mbps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Sangat ringan untuk server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28800"/>
            <a:ext cx="54864" cy="2011680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B23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Outbound (Stream Relay)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viewer x 6 Mbps = 600 Mbps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Beban utama server — perlu jaringan 1 Gbps+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972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251960"/>
          <a:ext cx="106070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Komponen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Per-Koneksi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Jumlah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RTMP Ingest (OBS → Server)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HTTP-FLV (Server → Web)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~80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480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HLS (Server → Mobile)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WebSocket (State Sync)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~1 KB/s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~0.1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Rincian Spesifikasi Server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dan resource yang direkomendasikan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4008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CPU Cores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cores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cores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GB SSD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 GB SSD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Mbps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Gbps+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 (Ubuntu 22+)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 (Ubuntu 22+)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18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LTS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ffmpeg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6.x+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828800"/>
            <a:ext cx="41148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0" y="1828800"/>
            <a:ext cx="54864" cy="4389120"/>
          </a:xfrm>
          <a:prstGeom prst="rect">
            <a:avLst/>
          </a:prstGeom>
          <a:solidFill>
            <a:srgbClr val="F3B23E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B23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 yang Digunakan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1935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6968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RTMP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Ingest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86968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86968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8096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10080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869680" y="5029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FLV/HLS Relay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Biaya Per-Viewer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yang dibutuhkan per koneksi viewer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607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  <a:gridCol w="3840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Viewer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 100 Viewers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Catatan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Bandwidth (Outbound)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 Mbps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Beban utama — perlu 1 Gbps NIC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RAM (Connection State)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~50 KB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WebSocket + FLV buffer 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CPU (per stream relay)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~0.5%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FFmpeg HLS transcoding paling berat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Disk I/O (HLS segments)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~50 KB/s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 MB/s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Auto-delete setelah 6 detik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WebSocket Messages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~1 KB/s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~100 KB/s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Viewer count + volume sync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Descriptors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Socket + file handles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Broadcast  |  Presentasi Proyek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5EEA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Ringkasan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streaming 1-to-many berbasis TypeScript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RTMP ingest dari OBS dengan validasi stream key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971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834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HTTP-FLV untuk web (latency rendah) + HLS untuk mobile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337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dashboard lengkap dengan user &amp; viewer management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840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dengan Expo SDK untuk iOS &amp; Android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1 streamer + 100 viewer: 4-8 core CPU, 8 GB RAM, 1 Gbps NIC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Terima Kasih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 Broadcast - Presentasi Proyek</dc:title>
  <dc:subject>PptxGenJS Presentation</dc:subject>
  <dc:creator>Stream Broadcast Team</dc:creator>
  <cp:lastModifiedBy>Stream Broadcast Team</cp:lastModifiedBy>
  <cp:revision>1</cp:revision>
  <dcterms:created xsi:type="dcterms:W3CDTF">2026-07-26T09:12:09Z</dcterms:created>
  <dcterms:modified xsi:type="dcterms:W3CDTF">2026-07-26T09:12:09Z</dcterms:modified>
</cp:coreProperties>
</file>